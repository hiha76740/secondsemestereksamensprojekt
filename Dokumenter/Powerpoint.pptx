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>
        <p:scale>
          <a:sx n="100" d="100"/>
          <a:sy n="100" d="100"/>
        </p:scale>
        <p:origin x="816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2501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80803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27502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69031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44619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43249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99113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6969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82323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717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32973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33813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rt med citat og nav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914478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dt eller fals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98131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79527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74102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231444-B6D6-4C94-B78B-EDF9BDA6F4B0}" type="datetimeFigureOut">
              <a:rPr lang="da-DK" smtClean="0"/>
              <a:t>12-06-2026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18B1AE8-B462-4221-B4FA-4F0F001FE85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3081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file:///C:\Temp\SecondSemesterEksamensProjekt\Dokumenter\C4_L4_Code_Domain.drawio.png" TargetMode="External"/><Relationship Id="rId2" Type="http://schemas.openxmlformats.org/officeDocument/2006/relationships/hyperlink" Target="file:///C:\Temp\SecondSemesterEksamensProjekt\Dokumenter\Use%20case%20diagram.drawio.png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0FE1FF-3415-0930-271D-515273A09B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BookRight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30864E73-607E-89FA-0476-82B0DAEB01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Kirstine, Henrik, Nicolai og Christian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25794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87B870-9282-91A8-1AD9-D5F90C815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Introduktion og Problemstilling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E59520C-F70E-2427-8933-3F99AE491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BookRight</a:t>
            </a:r>
            <a:endParaRPr lang="da-DK" dirty="0"/>
          </a:p>
          <a:p>
            <a:pPr lvl="1"/>
            <a:r>
              <a:rPr lang="da-DK" dirty="0"/>
              <a:t>Wellnessvirksomhed</a:t>
            </a:r>
          </a:p>
          <a:p>
            <a:pPr lvl="1"/>
            <a:r>
              <a:rPr lang="da-DK" dirty="0"/>
              <a:t>Oplever vækst</a:t>
            </a:r>
          </a:p>
          <a:p>
            <a:pPr marL="457200" lvl="1" indent="0">
              <a:buNone/>
            </a:pPr>
            <a:endParaRPr lang="da-DK" dirty="0"/>
          </a:p>
          <a:p>
            <a:r>
              <a:rPr lang="da-DK" dirty="0"/>
              <a:t>Problemstilling</a:t>
            </a:r>
          </a:p>
          <a:p>
            <a:pPr lvl="1"/>
            <a:r>
              <a:rPr lang="da-DK" dirty="0"/>
              <a:t>Manuelle processer</a:t>
            </a:r>
          </a:p>
          <a:p>
            <a:pPr lvl="2"/>
            <a:r>
              <a:rPr lang="da-DK" dirty="0"/>
              <a:t>telefonisk, fælles regneark og postes</a:t>
            </a:r>
          </a:p>
          <a:p>
            <a:pPr lvl="2"/>
            <a:r>
              <a:rPr lang="da-DK" dirty="0"/>
              <a:t>Dobbeltbookinger, manglende overblik, tidskrævende administration og tabte aftaler</a:t>
            </a:r>
          </a:p>
        </p:txBody>
      </p:sp>
    </p:spTree>
    <p:extLst>
      <p:ext uri="{BB962C8B-B14F-4D97-AF65-F5344CB8AC3E}">
        <p14:creationId xmlns:p14="http://schemas.microsoft.com/office/powerpoint/2010/main" val="8546208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E823AF-E149-59E0-A77B-2F7492686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Modificeret </a:t>
            </a:r>
            <a:r>
              <a:rPr lang="da-DK" dirty="0" err="1"/>
              <a:t>Scrum</a:t>
            </a:r>
            <a:r>
              <a:rPr lang="da-DK" dirty="0"/>
              <a:t> som systemudviklingsmetode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DD24B45-31AB-3B61-E665-B8199DF93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Scrum</a:t>
            </a:r>
            <a:r>
              <a:rPr lang="da-DK" dirty="0"/>
              <a:t> master</a:t>
            </a:r>
          </a:p>
          <a:p>
            <a:pPr lvl="1"/>
            <a:r>
              <a:rPr lang="da-DK" dirty="0"/>
              <a:t>Sprints: 6 af 1 uges varighed</a:t>
            </a:r>
          </a:p>
          <a:p>
            <a:pPr lvl="1"/>
            <a:r>
              <a:rPr lang="da-DK" dirty="0"/>
              <a:t>Fredag: Sprint Review og Sprint </a:t>
            </a:r>
            <a:r>
              <a:rPr lang="da-DK" dirty="0" err="1"/>
              <a:t>Retrospective</a:t>
            </a:r>
            <a:endParaRPr lang="da-DK" dirty="0"/>
          </a:p>
          <a:p>
            <a:pPr lvl="1"/>
            <a:r>
              <a:rPr lang="da-DK" dirty="0"/>
              <a:t>Mandag: Sprint Planning</a:t>
            </a:r>
          </a:p>
          <a:p>
            <a:pPr lvl="1"/>
            <a:r>
              <a:rPr lang="da-DK" dirty="0" err="1"/>
              <a:t>Daily</a:t>
            </a:r>
            <a:r>
              <a:rPr lang="da-DK" dirty="0"/>
              <a:t> standups</a:t>
            </a:r>
          </a:p>
        </p:txBody>
      </p:sp>
    </p:spTree>
    <p:extLst>
      <p:ext uri="{BB962C8B-B14F-4D97-AF65-F5344CB8AC3E}">
        <p14:creationId xmlns:p14="http://schemas.microsoft.com/office/powerpoint/2010/main" val="213061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74DE2C-1FF1-2B30-6BDF-99CC119A9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Forretningsanalyse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A0FD022-F7C8-9F14-ACEC-751922ED8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AS-IS</a:t>
            </a:r>
          </a:p>
          <a:p>
            <a:r>
              <a:rPr lang="da-DK" dirty="0"/>
              <a:t>TO-BE</a:t>
            </a:r>
          </a:p>
          <a:p>
            <a:r>
              <a:rPr lang="da-DK" dirty="0"/>
              <a:t>SWOT</a:t>
            </a:r>
          </a:p>
          <a:p>
            <a:r>
              <a:rPr lang="da-DK" dirty="0"/>
              <a:t>Interessent</a:t>
            </a:r>
          </a:p>
          <a:p>
            <a:r>
              <a:rPr lang="da-DK" dirty="0"/>
              <a:t>Double-Diamant</a:t>
            </a:r>
          </a:p>
        </p:txBody>
      </p:sp>
    </p:spTree>
    <p:extLst>
      <p:ext uri="{BB962C8B-B14F-4D97-AF65-F5344CB8AC3E}">
        <p14:creationId xmlns:p14="http://schemas.microsoft.com/office/powerpoint/2010/main" val="2205776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588A41-528B-7C5D-5BE6-72A8DEF3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Kravspecifikation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5CB8F36-4FA0-7C8A-0674-711CABA23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Funktionelle / Ikke funktionelle krav</a:t>
            </a:r>
          </a:p>
          <a:p>
            <a:r>
              <a:rPr lang="da-DK" dirty="0"/>
              <a:t>FURPS+</a:t>
            </a:r>
          </a:p>
          <a:p>
            <a:r>
              <a:rPr lang="da-DK" dirty="0"/>
              <a:t>Prioriteringer via </a:t>
            </a:r>
            <a:r>
              <a:rPr lang="da-DK" dirty="0" err="1"/>
              <a:t>MoSCoW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55145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5E7783-FDC2-1ED8-8703-7884A86C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Arkitektur og systemdesign</a:t>
            </a:r>
          </a:p>
        </p:txBody>
      </p:sp>
      <p:sp>
        <p:nvSpPr>
          <p:cNvPr id="12" name="Pladsholder til indhold 9">
            <a:extLst>
              <a:ext uri="{FF2B5EF4-FFF2-40B4-BE49-F238E27FC236}">
                <a16:creationId xmlns:a16="http://schemas.microsoft.com/office/drawing/2014/main" id="{8F2A9D6B-0B78-55A1-0A96-FFB558A12FE5}"/>
              </a:ext>
            </a:extLst>
          </p:cNvPr>
          <p:cNvSpPr>
            <a:spLocks/>
          </p:cNvSpPr>
          <p:nvPr>
            <p:ph idx="1"/>
          </p:nvPr>
        </p:nvSpPr>
        <p:spPr>
          <a:xfrm>
            <a:off x="677334" y="1663211"/>
            <a:ext cx="8596668" cy="3880773"/>
          </a:xfrm>
        </p:spPr>
        <p:txBody>
          <a:bodyPr/>
          <a:lstStyle/>
          <a:p>
            <a:r>
              <a:rPr lang="da-DK" dirty="0" err="1"/>
              <a:t>Use</a:t>
            </a:r>
            <a:r>
              <a:rPr lang="da-DK" dirty="0"/>
              <a:t> case diagram</a:t>
            </a:r>
          </a:p>
          <a:p>
            <a:pPr lvl="1"/>
            <a:r>
              <a:rPr lang="da-DK" dirty="0">
                <a:hlinkClick r:id="rId2" action="ppaction://hlinkfile"/>
              </a:rPr>
              <a:t>Link</a:t>
            </a:r>
            <a:endParaRPr lang="da-DK" dirty="0"/>
          </a:p>
          <a:p>
            <a:pPr lvl="1"/>
            <a:endParaRPr lang="da-DK" dirty="0"/>
          </a:p>
          <a:p>
            <a:r>
              <a:rPr lang="da-DK" dirty="0"/>
              <a:t>Klasse diagram</a:t>
            </a:r>
          </a:p>
          <a:p>
            <a:pPr lvl="1"/>
            <a:r>
              <a:rPr lang="da-DK" dirty="0">
                <a:hlinkClick r:id="rId3" action="ppaction://hlinkfile"/>
              </a:rPr>
              <a:t>Link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44457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A9CEA7-05E9-4B4D-7B78-FD1B6DA47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Konklusion og Perspektivering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686E3D8-7134-4F38-B308-059D6A10A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a-DK" dirty="0"/>
              <a:t>Projektet resulterer i et fungerende grundsystem</a:t>
            </a:r>
          </a:p>
          <a:p>
            <a:pPr marL="0" indent="0">
              <a:buNone/>
            </a:pPr>
            <a:endParaRPr lang="da-DK" dirty="0"/>
          </a:p>
          <a:p>
            <a:r>
              <a:rPr lang="da-DK" dirty="0"/>
              <a:t>Oplagt videreudvikling</a:t>
            </a:r>
          </a:p>
          <a:p>
            <a:pPr lvl="1"/>
            <a:r>
              <a:rPr lang="da-DK" dirty="0"/>
              <a:t>Liste problemer</a:t>
            </a:r>
          </a:p>
          <a:p>
            <a:pPr lvl="1"/>
            <a:r>
              <a:rPr lang="da-DK" dirty="0"/>
              <a:t>Query simplificering</a:t>
            </a:r>
          </a:p>
          <a:p>
            <a:pPr lvl="1"/>
            <a:r>
              <a:rPr lang="da-DK" dirty="0"/>
              <a:t>Rapport feature</a:t>
            </a:r>
          </a:p>
          <a:p>
            <a:pPr lvl="1"/>
            <a:r>
              <a:rPr lang="da-DK" dirty="0" err="1"/>
              <a:t>Strongly</a:t>
            </a:r>
            <a:r>
              <a:rPr lang="da-DK" dirty="0"/>
              <a:t> </a:t>
            </a:r>
            <a:r>
              <a:rPr lang="da-DK" dirty="0" err="1"/>
              <a:t>typed</a:t>
            </a:r>
            <a:r>
              <a:rPr lang="da-DK" dirty="0"/>
              <a:t> </a:t>
            </a:r>
            <a:r>
              <a:rPr lang="da-DK" dirty="0" err="1"/>
              <a:t>ID’s</a:t>
            </a:r>
            <a:endParaRPr lang="da-DK" dirty="0"/>
          </a:p>
          <a:p>
            <a:pPr lvl="1"/>
            <a:r>
              <a:rPr lang="da-DK" dirty="0"/>
              <a:t>EF Factory</a:t>
            </a:r>
          </a:p>
          <a:p>
            <a:pPr lvl="1"/>
            <a:r>
              <a:rPr lang="da-DK" dirty="0"/>
              <a:t>Grøn IT</a:t>
            </a:r>
          </a:p>
          <a:p>
            <a:pPr lvl="1"/>
            <a:r>
              <a:rPr lang="da-DK" dirty="0"/>
              <a:t>IT </a:t>
            </a:r>
            <a:r>
              <a:rPr lang="da-DK" dirty="0" err="1"/>
              <a:t>Governance</a:t>
            </a:r>
            <a:endParaRPr lang="da-DK" dirty="0"/>
          </a:p>
          <a:p>
            <a:endParaRPr lang="da-DK" dirty="0"/>
          </a:p>
          <a:p>
            <a:r>
              <a:rPr lang="da-DK" dirty="0"/>
              <a:t>Processen – Ris og Ros</a:t>
            </a:r>
          </a:p>
        </p:txBody>
      </p:sp>
    </p:spTree>
    <p:extLst>
      <p:ext uri="{BB962C8B-B14F-4D97-AF65-F5344CB8AC3E}">
        <p14:creationId xmlns:p14="http://schemas.microsoft.com/office/powerpoint/2010/main" val="96032515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ookRight">
      <a:dk1>
        <a:srgbClr val="2F5D50"/>
      </a:dk1>
      <a:lt1>
        <a:srgbClr val="F5F5F5"/>
      </a:lt1>
      <a:dk2>
        <a:srgbClr val="7AA883"/>
      </a:dk2>
      <a:lt2>
        <a:srgbClr val="F5F5F5"/>
      </a:lt2>
      <a:accent1>
        <a:srgbClr val="2F5D50"/>
      </a:accent1>
      <a:accent2>
        <a:srgbClr val="7AA883"/>
      </a:accent2>
      <a:accent3>
        <a:srgbClr val="F5F5F5"/>
      </a:accent3>
      <a:accent4>
        <a:srgbClr val="2F5D50"/>
      </a:accent4>
      <a:accent5>
        <a:srgbClr val="7AA883"/>
      </a:accent5>
      <a:accent6>
        <a:srgbClr val="F5F5F5"/>
      </a:accent6>
      <a:hlink>
        <a:srgbClr val="7AA883"/>
      </a:hlink>
      <a:folHlink>
        <a:srgbClr val="2F5D50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71</TotalTime>
  <Words>118</Words>
  <Application>Microsoft Office PowerPoint</Application>
  <PresentationFormat>Widescreen</PresentationFormat>
  <Paragraphs>46</Paragraphs>
  <Slides>7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7</vt:i4>
      </vt:variant>
    </vt:vector>
  </HeadingPairs>
  <TitlesOfParts>
    <vt:vector size="11" baseType="lpstr">
      <vt:lpstr>Arial</vt:lpstr>
      <vt:lpstr>Trebuchet MS</vt:lpstr>
      <vt:lpstr>Wingdings 3</vt:lpstr>
      <vt:lpstr>Facet</vt:lpstr>
      <vt:lpstr>BookRight</vt:lpstr>
      <vt:lpstr>Introduktion og Problemstilling</vt:lpstr>
      <vt:lpstr>Modificeret Scrum som systemudviklingsmetode</vt:lpstr>
      <vt:lpstr>Forretningsanalyse</vt:lpstr>
      <vt:lpstr>Kravspecifikation</vt:lpstr>
      <vt:lpstr>Arkitektur og systemdesign</vt:lpstr>
      <vt:lpstr>Konklusion og Perspektivering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Henrik Ivang Hansen</dc:creator>
  <cp:lastModifiedBy>Henrik Ivang Hansen</cp:lastModifiedBy>
  <cp:revision>13</cp:revision>
  <dcterms:created xsi:type="dcterms:W3CDTF">2026-06-12T08:32:51Z</dcterms:created>
  <dcterms:modified xsi:type="dcterms:W3CDTF">2026-06-12T09:44:29Z</dcterms:modified>
</cp:coreProperties>
</file>